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0" r:id="rId13"/>
    <p:sldId id="347" r:id="rId14"/>
    <p:sldId id="348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817F47-498C-4D70-B46B-DD817FC80CEC}" v="21" dt="2026-03-10T05:12:36.5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2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10-03-2026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10-03-2026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Student Record Management Web </a:t>
            </a:r>
            <a:r>
              <a:rPr lang="en-US" sz="2400" dirty="0" err="1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Apllication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M Shanmukhi</a:t>
            </a:r>
          </a:p>
          <a:p>
            <a:pPr marL="0" indent="0" algn="ctr">
              <a:buNone/>
            </a:pPr>
            <a:r>
              <a:rPr lang="en-US" sz="9600" dirty="0"/>
              <a:t>Student ID: 2520090076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Cluster:04 </a:t>
            </a:r>
          </a:p>
          <a:p>
            <a:pPr marL="0" indent="0" algn="ctr">
              <a:buNone/>
            </a:pPr>
            <a:r>
              <a:rPr lang="en-US" sz="11200" dirty="0"/>
              <a:t>Section: 15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10-03-2026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Sudhakar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BDC75C-0633-8931-9779-1BB90880E0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621" y="2305615"/>
            <a:ext cx="1113317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Record Management System is a web-based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manage student academic records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information such as student details, attendance, subjects, and grades.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easy access to academic data for administrators.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record management compared to manual systems.</a:t>
            </a:r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7760C8-0D66-680A-552B-EF70AE873A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49777"/>
            <a:ext cx="1020984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records maintained manually using registers or spreadsheets.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update and maintain large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record search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of data loss or duplication.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 for attendance and grades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23F04A-E157-9CC8-3A4D-89FC258810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5"/>
            <a:ext cx="840005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student management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easy student record storage and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modules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dashboard for monitoring academic information.</a:t>
            </a:r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D4388F7B-D1A9-3F0F-391C-5A9D7F025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3527" y="1825625"/>
            <a:ext cx="82669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E676EF-BF27-7AB5-0836-9DAE6784FA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8533" y="2155027"/>
            <a:ext cx="75184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Subject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Attendance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Grades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Reports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Feedback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293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efficient student record management system.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student data storage and retrieval.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of attendance and grade records.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work in academic management.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easy access to academic reports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389487-FC55-C5C9-7CFF-B5612A4A5F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05615"/>
            <a:ext cx="943668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CO1: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Understand frontend web development concepts.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CO2: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 responsive web interfaces using HTML and CSS.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CO3: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 dynamic features using JavaScript.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CO4: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interactive web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CO5: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Integrate multiple frontend modules effectively.</a:t>
            </a:r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A8A5234-DF8E-BE94-B925-411D2D46F3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024" y="1825625"/>
            <a:ext cx="6125882" cy="32543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3EFB53-25D1-C5E0-F444-C0CB2E41A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690" y="1246250"/>
            <a:ext cx="5355061" cy="437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BB0B7-CD4D-8CCC-4A48-D06DCFB89F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6420" y="2305615"/>
            <a:ext cx="1016496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web-based Student Record Management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simplifies academic data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access to student records and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and improves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enhanced with database and authentication features in future.</a:t>
            </a:r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8FBA7A9-D6E5-7EB5-77E2-A024A9A7FE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234" y="1849450"/>
            <a:ext cx="5579770" cy="31590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EF596F-91CD-6A74-1D29-995171B3C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49450"/>
            <a:ext cx="5619481" cy="324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3712</TotalTime>
  <Words>521</Words>
  <Application>Microsoft Office PowerPoint</Application>
  <PresentationFormat>Widescreen</PresentationFormat>
  <Paragraphs>129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Google Sans</vt:lpstr>
      <vt:lpstr>Times New Roman</vt:lpstr>
      <vt:lpstr>Office Theme</vt:lpstr>
      <vt:lpstr>Custom Design</vt:lpstr>
      <vt:lpstr>INSTRUCTIONS</vt:lpstr>
      <vt:lpstr>Title: Student Record Management Web Apllication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Screenshots for FWD 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Shanmukhi Mallojhala</cp:lastModifiedBy>
  <cp:revision>53</cp:revision>
  <dcterms:created xsi:type="dcterms:W3CDTF">2022-05-20T10:20:31Z</dcterms:created>
  <dcterms:modified xsi:type="dcterms:W3CDTF">2026-03-10T05:22:00Z</dcterms:modified>
</cp:coreProperties>
</file>